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6858000" type="screen4x3"/>
</p:presentation>
</file>

<file path=ppt/_rels/presentation.xml.rels><?xml version="1.0" encoding="UTF-8"?>
<Relationships xmlns="http://schemas.openxmlformats.org/package/2006/relationships">
  <Relationship Id="rId1" Type="http://schemas.openxmlformats.org/officeDocument/2006/relationships/slide" Target="slides/slide1.xml"/>
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914400" y="1143000"/>
            <a:ext cx="7315200" cy="1828800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zh-CN" sz="3200"/>
              <a:t>LDV public PPTX fixture</a:t>
            </a:r>
          </a:p>
          <a:p>
            <a:pPr algn="ctr"/>
            <a:r>
              <a:rPr lang="zh-CN" sz="2400"/>
              <a:t>公开人工 Office 样本第 3 页</a:t>
            </a:r>
          </a:p>
        </p:txBody>
      </p:sp>
    </p:spTree>
  </p:cSld>
</p:sld>
</file>